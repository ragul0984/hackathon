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B0F5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C66D-6508-4A62-7133-64E596CD3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5853A-113D-EC46-80C4-B3A3E3EAE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C45D0-5C89-D10A-E082-75D80059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F98F2-97CA-388B-ED58-AAA4BB8E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3B1E5-B90E-8C19-A299-B9A7B66F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33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FA51-2336-2397-2234-BCF5ACEA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8C273-3CE9-1A88-9711-A037A38E8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ABCAA-AED3-95F3-28D8-0FD0C500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5D2B-C824-B2EF-85EB-0D484AFB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CD44A-B55E-A221-B810-36D00D9E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936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3F52-C55A-1899-E75B-2EF0C0EA0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7CFF8-F4CE-A7CE-7AB1-A159D85AB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83E4F-7A3F-0ABE-B975-4A56ED760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9D96A-D1A5-6D6A-C2DF-40E736D9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61C1B-E313-5D3E-D18D-E0734E0E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99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6452C-BA3C-2FB2-67D3-6DAB63F12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6CF0-B7D9-F384-9275-1D79F14E8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C94BB-510C-D05C-97E0-6E18383E5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F56E6-CD16-DC36-4BFA-0DBFA108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B66FC8-0487-2721-4D3D-BF5C7803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A3D38-F8F8-56F0-216E-64A05BA9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3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AEAD9-71BB-87ED-A4F1-182A7881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7D161-D4FF-9D4C-AB48-40C9E009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2009D-F1E8-C7A4-6B7D-26B27EE96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40CEA-B3E5-50F8-3E56-0B1F2D5C5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FB380-D13E-AE63-9E2E-7CC8F6F8F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9EB4F-D28F-D4F6-6D01-83314BE3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8E9377-2EDC-317E-CF17-F86A3245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F637E-12BD-9F3A-360C-7217E823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F626-37EA-70EB-8380-3638F6729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10FA52-0E94-DF71-A275-053D8D1EE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F3320-E5E6-6023-33C1-942AE34C0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C6BCC-0FC6-99ED-FB9F-6E60D462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5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D374E-C390-9131-DB2A-9AB29DED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15FA5-E84C-5713-FE4F-7E9258FD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DC054-B7A5-E87C-3CFD-C59B3503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038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F9F3-94F1-72C4-0168-960A730F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98E22-0242-4DDB-D469-13C5B41A9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A1F80-8044-E1AF-62F5-1AD0860A2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72DCC-A78E-F4DA-7CAD-91D816261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162D9-8377-7AE1-8134-82B3297A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252D4F-D2EB-3A4D-B779-F66078F0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80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5B64-7F3D-049C-BF96-94704AA4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478BF-E305-B125-7F2D-3E90B6BC8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EA158-87D6-46A9-AD26-BD8781845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0CD7A-B5FF-44F9-A42E-E8FDFF096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975C8-A32C-E36B-91F7-03A62800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EA942-2A9C-1758-8D2B-9855045F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6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05AE-F42E-3922-72AE-68742D56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88FA5-9F65-0DBA-ADDB-34DD7134D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065C5-F07A-E1B5-83C5-B7030763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FF060-FEE4-87A2-F8D5-9C5FFCA4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0B31D-A363-A9F6-FA8E-BD11E006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28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E4379-9A3F-6ABC-47F1-DED11DBB5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F4284-0C3E-9B26-2809-BFFFA22C1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D0712-1DB9-8828-0DBE-E9775B0F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04FE8-147A-5D0D-DD55-436F9E99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DF896-93F8-E561-8468-11ED66429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0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E462F-9DFE-4F5E-9FF1-7D2F7A14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12AD4-0BAF-6D30-7648-CC299DF64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D1333-8BD2-5AE9-48BD-22AEBDE78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39729-DEBF-44ED-851B-812DA44979E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A2B1F-D1A1-5A3E-3D9F-B90C9EE43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319A8-8C17-CEED-1D1D-2B7586D6A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ED9D9-E58E-4022-88AE-E31C61BCAF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292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2052" y="329448"/>
            <a:ext cx="10166554" cy="1327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A74D3C-3329-B9B7-E8B5-B338095A8E80}"/>
              </a:ext>
            </a:extLst>
          </p:cNvPr>
          <p:cNvSpPr/>
          <p:nvPr/>
        </p:nvSpPr>
        <p:spPr>
          <a:xfrm>
            <a:off x="427703" y="250789"/>
            <a:ext cx="11336594" cy="63564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4B24E-03D0-03E7-C159-2582B9CB65CD}"/>
              </a:ext>
            </a:extLst>
          </p:cNvPr>
          <p:cNvSpPr txBox="1"/>
          <p:nvPr/>
        </p:nvSpPr>
        <p:spPr>
          <a:xfrm>
            <a:off x="4424516" y="1735585"/>
            <a:ext cx="35494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TECHNOVA’26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2E493-9286-C330-ACF8-ECCBAB461C03}"/>
              </a:ext>
            </a:extLst>
          </p:cNvPr>
          <p:cNvSpPr txBox="1"/>
          <p:nvPr/>
        </p:nvSpPr>
        <p:spPr>
          <a:xfrm>
            <a:off x="1622322" y="2924902"/>
            <a:ext cx="68629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Name: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823477-10AA-F2A3-9A8F-1187BDE9BA0D}"/>
              </a:ext>
            </a:extLst>
          </p:cNvPr>
          <p:cNvSpPr txBox="1"/>
          <p:nvPr/>
        </p:nvSpPr>
        <p:spPr>
          <a:xfrm>
            <a:off x="2251587" y="2289583"/>
            <a:ext cx="899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Theme: Technology for Sustainable Society :Frugal Innovations for a Better Future</a:t>
            </a:r>
            <a:r>
              <a:rPr lang="en-IN" dirty="0">
                <a:solidFill>
                  <a:srgbClr val="71B0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489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7DB3E9F-F16D-F534-5895-E337FA47D389}"/>
              </a:ext>
            </a:extLst>
          </p:cNvPr>
          <p:cNvSpPr/>
          <p:nvPr/>
        </p:nvSpPr>
        <p:spPr>
          <a:xfrm>
            <a:off x="427703" y="250789"/>
            <a:ext cx="11336594" cy="63564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83175-1F86-395A-BF0E-D0E098A27AFB}"/>
              </a:ext>
            </a:extLst>
          </p:cNvPr>
          <p:cNvSpPr txBox="1"/>
          <p:nvPr/>
        </p:nvSpPr>
        <p:spPr>
          <a:xfrm>
            <a:off x="1602658" y="553253"/>
            <a:ext cx="81804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Style: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Times New Roman (Regular)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Headings: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Bold – 16 pt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pt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Alignment: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Justified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Slides: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(including the Title Slide)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bullet points wherever applicable.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relevant diagrams, flowcharts, tables, or images.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lengthy paragraphs.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consistent and professional layout throughout the presentation.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2F3C60-563E-142F-DDDA-96BCDEC77323}"/>
              </a:ext>
            </a:extLst>
          </p:cNvPr>
          <p:cNvSpPr txBox="1"/>
          <p:nvPr/>
        </p:nvSpPr>
        <p:spPr>
          <a:xfrm>
            <a:off x="796413" y="3820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PPT Formatting Guidelines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7139A-8D64-50D3-B98B-6581979753B4}"/>
              </a:ext>
            </a:extLst>
          </p:cNvPr>
          <p:cNvSpPr txBox="1"/>
          <p:nvPr/>
        </p:nvSpPr>
        <p:spPr>
          <a:xfrm>
            <a:off x="1602658" y="4020609"/>
            <a:ext cx="6096000" cy="198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solution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beneficiaries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the hackathon theme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8B6C4-6FB2-F5C2-D9C6-12786F79C5E6}"/>
              </a:ext>
            </a:extLst>
          </p:cNvPr>
          <p:cNvSpPr txBox="1"/>
          <p:nvPr/>
        </p:nvSpPr>
        <p:spPr>
          <a:xfrm>
            <a:off x="796413" y="37180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8632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3AE7-DC84-97B5-CD85-4D754195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D07CC37-DEA2-2AA0-65E5-EBCBCAE3E5D3}"/>
              </a:ext>
            </a:extLst>
          </p:cNvPr>
          <p:cNvSpPr/>
          <p:nvPr/>
        </p:nvSpPr>
        <p:spPr>
          <a:xfrm>
            <a:off x="427703" y="250789"/>
            <a:ext cx="11336594" cy="63564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B03C8-3062-82B0-B284-B32387101A0E}"/>
              </a:ext>
            </a:extLst>
          </p:cNvPr>
          <p:cNvSpPr txBox="1"/>
          <p:nvPr/>
        </p:nvSpPr>
        <p:spPr>
          <a:xfrm>
            <a:off x="1691149" y="1369047"/>
            <a:ext cx="7669160" cy="198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D06AC-F0A6-C06F-F29E-A7783B57B5C9}"/>
              </a:ext>
            </a:extLst>
          </p:cNvPr>
          <p:cNvSpPr txBox="1"/>
          <p:nvPr/>
        </p:nvSpPr>
        <p:spPr>
          <a:xfrm>
            <a:off x="1061884" y="9997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Proposed 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0793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AD4A8-F649-88D8-E339-7174DD67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A5DEBE-C2B7-CE29-3340-5B4B7DBD959B}"/>
              </a:ext>
            </a:extLst>
          </p:cNvPr>
          <p:cNvSpPr/>
          <p:nvPr/>
        </p:nvSpPr>
        <p:spPr>
          <a:xfrm>
            <a:off x="427703" y="250789"/>
            <a:ext cx="11336594" cy="63564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B7ADC-3268-B8AD-53E4-97D137B1D371}"/>
              </a:ext>
            </a:extLst>
          </p:cNvPr>
          <p:cNvSpPr txBox="1"/>
          <p:nvPr/>
        </p:nvSpPr>
        <p:spPr>
          <a:xfrm>
            <a:off x="1651820" y="1305544"/>
            <a:ext cx="6096000" cy="198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architecture/workflow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tools used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methodology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scalability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D96C1-AF87-4C6C-7393-119C2AEC77AE}"/>
              </a:ext>
            </a:extLst>
          </p:cNvPr>
          <p:cNvSpPr txBox="1"/>
          <p:nvPr/>
        </p:nvSpPr>
        <p:spPr>
          <a:xfrm>
            <a:off x="963562" y="9362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Technical Approach</a:t>
            </a:r>
          </a:p>
        </p:txBody>
      </p:sp>
    </p:spTree>
    <p:extLst>
      <p:ext uri="{BB962C8B-B14F-4D97-AF65-F5344CB8AC3E}">
        <p14:creationId xmlns:p14="http://schemas.microsoft.com/office/powerpoint/2010/main" val="308528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DA6B-EF2F-D3DF-B4EE-B3C7808AF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2BDCF6-5444-AF6A-AA26-28BCFA43FA56}"/>
              </a:ext>
            </a:extLst>
          </p:cNvPr>
          <p:cNvSpPr/>
          <p:nvPr/>
        </p:nvSpPr>
        <p:spPr>
          <a:xfrm>
            <a:off x="427703" y="250789"/>
            <a:ext cx="11336594" cy="63564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CDCFE3-1271-585B-1C9E-67B7BFEA2C7F}"/>
              </a:ext>
            </a:extLst>
          </p:cNvPr>
          <p:cNvSpPr txBox="1"/>
          <p:nvPr/>
        </p:nvSpPr>
        <p:spPr>
          <a:xfrm>
            <a:off x="1976284" y="1381225"/>
            <a:ext cx="6096000" cy="198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benefits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D8BE2-03DD-856F-D89A-8AB3BD51CAA6}"/>
              </a:ext>
            </a:extLst>
          </p:cNvPr>
          <p:cNvSpPr txBox="1"/>
          <p:nvPr/>
        </p:nvSpPr>
        <p:spPr>
          <a:xfrm>
            <a:off x="1042219" y="10118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Impact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151417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154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Mathura Palanimuthu</dc:creator>
  <cp:lastModifiedBy>Mathura Palanimuthu</cp:lastModifiedBy>
  <cp:revision>1</cp:revision>
  <dcterms:created xsi:type="dcterms:W3CDTF">2026-06-26T07:12:52Z</dcterms:created>
  <dcterms:modified xsi:type="dcterms:W3CDTF">2026-06-26T08:02:11Z</dcterms:modified>
</cp:coreProperties>
</file>